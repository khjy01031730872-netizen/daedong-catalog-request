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2D1B55">
              <a:alpha val="60000"/>
            </a:srgbClr>
          </a:solidFill>
          <a:ln w="12700">
            <a:solidFill>
              <a:srgbClr val="2D1B5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2D1B55"/>
          </a:solidFill>
          <a:ln w="12700">
            <a:solidFill>
              <a:srgbClr val="2D1B5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914400"/>
            <a:ext cx="54864" cy="4114800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005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대동울타리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95528" y="2468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600" kern="0" dirty="0">
                <a:solidFill>
                  <a:srgbClr val="C8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DAEDONG FENCE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95528" y="3090672"/>
            <a:ext cx="502920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3246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0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휀스 · 난간 · 게이트 · 조경시설 전문 제조·설치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" y="3767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Fence  ·  Railing  ·  Gate  ·  Landscape Facility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5532120"/>
            <a:ext cx="12161520" cy="45720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5650992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김계환  |  경기도 화성시 마도면 마도공단로 334  |  TEL. 031-8055-0520  |  FAX. 031-8055-0521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389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회사 소개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대동울타리는 메쉬휀스·디자인난간·조경시설 전반을 직접 제조하고 설치까지 책임지는 전문 기업입니다.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C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116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직접 제조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공장 직접 생산으로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유통 없이 공급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C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20116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34840" y="2651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 전문팀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30906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숙련 시공팀이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측량부터 설치까지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C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20116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서류 완비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30906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인증·적산서류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관급 입찰 완벽 지원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라인업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4480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60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 영업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관급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납품 경험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4480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35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326880" y="5074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자재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67512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1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0F40"/>
          </a:solidFill>
          <a:ln w="12700">
            <a:solidFill>
              <a:srgbClr val="1E0F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8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LINEUP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제품 구성  —  21종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424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051560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메쉬 휀스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57472" y="1005840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57472" y="1005840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0080" y="10424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0432" y="1051560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스틸 디자인 난간 휀스 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3776" y="1005840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3776" y="1005840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6384" y="104241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36736" y="1051560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스틸 디자인 난간 휀스 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" y="1844475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1844475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1881051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1890195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스틸 디자인 난간 휀스 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57472" y="1844475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57472" y="1844475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0080" y="1881051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0432" y="1890195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주물 디자인 난간 휀스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13776" y="1844475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3776" y="1844475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06384" y="1881051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36736" y="1890195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스텐 디자인 난간 휀스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1168" y="2683111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168" y="2683111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2719687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2728831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종골 창살 휀스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57472" y="2683111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57472" y="2683111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9575CD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50080" y="2719687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80432" y="2728831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유리 난간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13776" y="2683111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13776" y="2683111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9575CD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06384" y="2719687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36736" y="2728831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평철 난간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01168" y="3521746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" y="3521746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55832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24128" y="3567466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보행자 로드 휀스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57472" y="3521746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57472" y="3521746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50080" y="355832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80432" y="3567466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해안 로드 휀스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13776" y="3521746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3776" y="3521746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8E6BC4"/>
          </a:solidFill>
          <a:ln w="12700">
            <a:solidFill>
              <a:srgbClr val="8E6B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06384" y="355832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936736" y="3567466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합성목재 가림판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01168" y="4360382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1168" y="4360382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8E6BC4"/>
          </a:solidFill>
          <a:ln w="12700">
            <a:solidFill>
              <a:srgbClr val="8E6B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" y="439695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24128" y="4406102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합성목재 난간 휀스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157472" y="4360382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57472" y="4360382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50080" y="439695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980432" y="4406102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그물망 비구방지 휀스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113776" y="4360382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13776" y="4360382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673AB7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06384" y="439695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936736" y="4406102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공공디자인 난간 휀스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01168" y="5199017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01168" y="5199017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673AB7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5235593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024128" y="5244737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교량 난간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157472" y="5199017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57472" y="5199017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50080" y="5235593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4980432" y="5244737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능형망 휀스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113776" y="5199017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13776" y="5199017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06384" y="5235593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8936736" y="5244737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가드레일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201168" y="6037653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01168" y="6037653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3776" y="6074229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024128" y="6083373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방형망 휀스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157472" y="6037653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57472" y="6037653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50080" y="6074229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4980432" y="6083373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테크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13776" y="6037653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13776" y="6037653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06384" y="6074229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8936736" y="6083373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표지판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201168" y="6876288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01168" y="6876288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3776" y="69128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1024128" y="6922008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파고라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4157472" y="6876288"/>
            <a:ext cx="3846576" cy="747195"/>
          </a:xfrm>
          <a:prstGeom prst="roundRect">
            <a:avLst>
              <a:gd name="adj" fmla="val 7343"/>
            </a:avLst>
          </a:prstGeom>
          <a:solidFill>
            <a:srgbClr val="3D2870"/>
          </a:solidFill>
          <a:ln w="12700">
            <a:solidFill>
              <a:srgbClr val="5A3D9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57472" y="6876288"/>
            <a:ext cx="256032" cy="747195"/>
          </a:xfrm>
          <a:prstGeom prst="roundRect">
            <a:avLst>
              <a:gd name="adj" fmla="val 21429"/>
            </a:avLst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50080" y="69128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4980432" y="6922008"/>
            <a:ext cx="2932176" cy="655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디자그레이팅 / 문화재 안내판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메쉬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휀스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아연도 철선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H 1.2 ~ 8.0m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W 2.0m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야외 토지 및 공장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개인주택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관공서 외곽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교량 및 철도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35808" y="1261872"/>
            <a:ext cx="4402836" cy="224485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메쉬 휀스</a:t>
            </a:r>
            <a:endParaRPr lang="en-US" sz="9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75804" y="1261872"/>
            <a:ext cx="4402836" cy="224485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메쉬 휀스</a:t>
            </a:r>
            <a:endParaRPr lang="en-US" sz="9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35808" y="3936492"/>
            <a:ext cx="4402836" cy="224485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메쉬 휀스</a:t>
            </a:r>
            <a:endParaRPr lang="en-US" sz="9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75804" y="3936492"/>
            <a:ext cx="4402836" cy="224485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메쉬 휀스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01. 메쉬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스틸 디자인 난간 휀스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DESIGN RAILING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난간 휀스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35808" y="1261872"/>
            <a:ext cx="4402836" cy="224485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A타입</a:t>
            </a:r>
            <a:endParaRPr lang="en-US" sz="9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75804" y="1261872"/>
            <a:ext cx="4402836" cy="224485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A타입 (보강형)</a:t>
            </a:r>
            <a:endParaRPr lang="en-US" sz="9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35808" y="3936492"/>
            <a:ext cx="4402836" cy="224485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A타입 보강형</a:t>
            </a:r>
            <a:endParaRPr lang="en-US" sz="9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75804" y="3936492"/>
            <a:ext cx="4402836" cy="224485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A타입 보강형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02. 스틸 디자인 난간 휀스 ①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스틸 디자인 난간 휀스 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DESIGN RAILING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난간 휀스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35808" y="1261872"/>
            <a:ext cx="4402836" cy="224485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E타입</a:t>
            </a:r>
            <a:endParaRPr lang="en-US" sz="9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75804" y="1261872"/>
            <a:ext cx="4402836" cy="224485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 (목재삽입)</a:t>
            </a:r>
            <a:endParaRPr lang="en-US" sz="9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35808" y="3936492"/>
            <a:ext cx="4402836" cy="224485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 (주주 목재)</a:t>
            </a:r>
            <a:endParaRPr lang="en-US" sz="9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75804" y="3936492"/>
            <a:ext cx="4402836" cy="224485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 (좁은살 24줄)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02b. 스틸 디자인 난간 휀스 ②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스틸 디자인 난간 휀스 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DESIGN RAILING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난간 휀스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35808" y="1261872"/>
            <a:ext cx="4402836" cy="224485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 보강형 (좁은살)</a:t>
            </a:r>
            <a:endParaRPr lang="en-US" sz="9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75804" y="1261872"/>
            <a:ext cx="4402836" cy="224485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 (각파이 목재)</a:t>
            </a:r>
            <a:endParaRPr lang="en-US" sz="9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35808" y="3936492"/>
            <a:ext cx="4402836" cy="2244852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A (이중기둥)</a:t>
            </a:r>
            <a:endParaRPr lang="en-US" sz="95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75804" y="3936492"/>
            <a:ext cx="4402836" cy="224485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나투라 난간 E-01타입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02c. 스틸 디자인 난간 휀스 ③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주물 디자인 난간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IRON DESIGN RAILING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난간 휀스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03. 주물 디자인 난간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스텐 디자인 난간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STAINLESS DESIGN RAILING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난간 휀스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04. 스텐 디자인 난간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종골 창살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BAR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5C3D9E"/>
          </a:solidFill>
          <a:ln w="12700">
            <a:solidFill>
              <a:srgbClr val="5C3D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휀스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05. 종골 창살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유리 난간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RAILING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9575CD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06. 유리 난간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평철 난간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BAR RAILING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9575CD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07. 평철 난간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보행자 로드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 ROAD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도로·안전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08. 보행자 로드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해안 로드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 ROAD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도로·안전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09. 해안 로드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합성목재 가림판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WPC PRIVACY PANEL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8E6BC4"/>
          </a:solidFill>
          <a:ln w="12700">
            <a:solidFill>
              <a:srgbClr val="8E6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합성목재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10. 합성목재 가림판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합성목재 난간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WPC RAILING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8E6BC4"/>
          </a:solidFill>
          <a:ln w="12700">
            <a:solidFill>
              <a:srgbClr val="8E6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합성목재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11. 합성목재 난간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그물망 비구방지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12. 그물망 비구방지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공공디자인 난간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DESIGN RAILING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673AB7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공공·교량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13. 공공디자인 난간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교량 난간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RAILING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673AB7"/>
          </a:solidFill>
          <a:ln w="12700">
            <a:solidFill>
              <a:srgbClr val="673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공공·교량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14. 교량 난간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능형망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 MESH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망류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15. 능형망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가드레일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도로·안전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16. 가드레일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방형망 휀스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MESH FENCE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망류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17. 방형망 휀스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조경·시설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18. 테크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표지판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SIGNBOARD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조경·시설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19. 표지판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파고라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PERGOLA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조경·시설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20. 파고라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34440" y="91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디자그레이팅 / 문화재 안내판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52728" y="685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 GRATING / CULTURAL HERITAGE 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12480" y="347472"/>
            <a:ext cx="1463040" cy="329184"/>
          </a:xfrm>
          <a:prstGeom prst="roundRect">
            <a:avLst>
              <a:gd name="adj" fmla="val 16667"/>
            </a:avLst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347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특수·기타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1170432"/>
            <a:ext cx="2926080" cy="5687568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80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사양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64208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755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재질 : [ 기재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" y="2194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높이 : [ 기재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" y="26334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규격 : [ 기재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30723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도장 : 분체도장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" y="35112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기초 : 현장타설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977640"/>
            <a:ext cx="2468880" cy="36576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납품 분야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" y="4498848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납품 분야를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여기에 입력하세요 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35808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35808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1 (정면)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75804" y="126187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5532" y="137160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5532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5804" y="220141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75804" y="258546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75804" y="350672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8956" y="350672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2 (측면)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35808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45536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45536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5808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35808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3 (시공)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75804" y="3936492"/>
            <a:ext cx="4402836" cy="2244852"/>
          </a:xfrm>
          <a:prstGeom prst="roundRect">
            <a:avLst>
              <a:gd name="adj" fmla="val 3259"/>
            </a:avLst>
          </a:prstGeom>
          <a:solidFill>
            <a:srgbClr val="D8CCF0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685532" y="404622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4A3570"/>
          </a:solidFill>
          <a:ln w="12700">
            <a:solidFill>
              <a:srgbClr val="4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5532" y="40462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575804" y="4876038"/>
            <a:ext cx="4402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75804" y="5260086"/>
            <a:ext cx="4402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사진을 여기에 삽입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575804" y="6181344"/>
            <a:ext cx="4402836" cy="292608"/>
          </a:xfrm>
          <a:prstGeom prst="rect">
            <a:avLst/>
          </a:prstGeom>
          <a:solidFill>
            <a:srgbClr val="C8BBE8"/>
          </a:solidFill>
          <a:ln w="12700">
            <a:solidFill>
              <a:srgbClr val="C8BB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8956" y="6181344"/>
            <a:ext cx="42565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4 (상세)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54864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6629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대동울타리  ·  21. 디자그레이팅 / 문화재 안내판  |  TEL. 031-8055-0520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D1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C8A45A"/>
          </a:solidFill>
          <a:ln w="12700">
            <a:solidFill>
              <a:srgbClr val="C8A4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견적·문의 환영합니다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2161520" cy="36576"/>
          </a:xfrm>
          <a:prstGeom prst="rect">
            <a:avLst/>
          </a:prstGeom>
          <a:solidFill>
            <a:srgbClr val="3D287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상호  |  대동울타리 (개인사업자)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대표  |  김계환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1401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주소  |  경기도 화성시 마도면 마도공단로 334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 전화  |  031-8055-0520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📠  팩스  |  031-8055-0521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이메일  |  [ 이메일 기재 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규격·수량을 알려주시면 빠르게 견적을 드립니다. 현장 방문 측량 가능.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E0F40"/>
          </a:solidFill>
          <a:ln w="12700">
            <a:solidFill>
              <a:srgbClr val="3D2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218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대동울타리  DAEDONG FENCE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휀스 · 난간 · 게이트 · 조경시설  전문 제조·설치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8288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F0EAF8"/>
          </a:solidFill>
          <a:ln w="12700">
            <a:solidFill>
              <a:srgbClr val="5A3D9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92608"/>
            <a:ext cx="5394960" cy="41239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0" y="5257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경기도 화성시 마도면 마도공단로 334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56875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마도농협 주유소 맞은편  |  마도공단 내 위치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2026-06-19T04:33:43Z</dcterms:created>
  <dcterms:modified xsi:type="dcterms:W3CDTF">2026-06-19T04:33:43Z</dcterms:modified>
</cp:coreProperties>
</file>